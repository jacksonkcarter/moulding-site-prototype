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6A46F-0AA1-40CC-FB1C-26591CC0EE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2914EA-D1C3-9085-3789-9A3E6524E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C3D43A-0032-7AB3-0F49-46AE08FC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F7F9F-FC4A-529C-F69A-E0A1A7A30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EC76-CF85-41D0-BDFD-6694F6F09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61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3CE5C-A9FB-C77E-D111-A6502AE8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594C2-A193-6F5F-459F-E27B9EA2C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DE69B-F4C1-6B16-2A57-B5A222F92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D34F0-5530-814B-32A7-D2E5ED6E7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43998-3B4A-EF90-7A75-C92817B66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3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70AE0-66D0-FCC6-EBC4-4C6867A9F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519DC-B06F-7D0C-CC51-E6194E501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42800-D82C-6CE1-5B28-D69613D7C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EB3F1-868F-7530-2BFD-AE09930AF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CF4D9-0318-CCF9-7009-44A336B9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125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ADE24-5F50-2D07-5D51-A8303CE0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8E962-45E0-BF93-5DBD-C10E62B70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54190-B7B1-2247-1F0F-686D427DFA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F42DB2-7C4B-FD74-1214-A42C38C9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ACC97-20F5-58A6-CB3F-E62D8D637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59775-44EF-0744-4C02-705C4C0F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22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2B579-53A6-F0AE-996A-A547E4A53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04E39-C006-5298-CCD4-E85E2BF58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877012-24D5-1DEC-B414-5B97C3ED24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EA1E88-2BE6-B51D-BB7F-A1CBB71206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9F871A-236D-486E-0711-31771EA6E0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D32C0-82B7-67C0-2644-84BA202B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F75F9D-C7FE-99B0-1F98-C389DDBE0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DBFAB2-EAE1-C75E-3936-4A72E7DBB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06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949C2-7477-7C5D-7671-46DE4D97F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9228CE-0CEE-CD2B-10A8-FFAE575A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931C23-8D84-0841-3898-991CB2189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EEA38-6AB3-98AE-3B64-390E14384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530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D5C103-512D-AA85-158A-977C41E42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C04767-4014-A2BC-7B40-A7550E2F2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C9CEB9-7DC6-6792-8C36-6B6C90B52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23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F777B-B8A3-6F26-0041-C17C6A4C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40A35-EBE7-7E5E-FEF1-7506D6DD5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6A16EE-7AD2-6689-D617-1C60FDEBE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BAE185-D2BF-C06C-D53A-7F134271E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7685C-8E08-2C32-6862-C4610E73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05B7EE-C1CA-E7E7-7F6C-AF57D89A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00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5BC56-3ACE-7F61-5B83-83807E8CD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A0A57F-A564-2A6E-ACC5-0B69B67FB3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55257-45B3-1D58-252B-ED83560E2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E77BD-C925-2F49-CA39-B83C7FA3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E593A-0E02-6820-32B7-10B8A5D29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6C66D-C994-51A8-A9C6-9E70C894F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198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B3801-6745-FB43-2359-FF697BA17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B7513-9026-9DC7-64E6-52A7922FA4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CD93A-4D87-C2EC-751E-5920FE723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85EFA-B850-3161-4B48-9B65141CC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774C2-C5C1-A5DC-7D42-A016EE38E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64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A84824-4A8F-7A14-0630-5FA9A426A9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B453DC-97E1-AEE3-72E0-37D807B3B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F594D-23B4-38E9-984F-CD4F5537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61D21-94AE-C3DC-41F6-30D2A9DC9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FE93D-5D14-8442-A739-DEE33545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642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B5A395-0188-49A0-5F67-2D06D459E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8F45F-8EF0-4583-A599-62A599FC1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2CA0C-BCE5-BA35-989A-A28E8DFB1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D9F10-5BD9-4A67-B8B0-EF7DC923ABD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71C47-1A0B-C658-2BA1-124580321A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E9F96-A4EB-192D-FE13-D49E11B94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0A6C1-161C-4261-86C8-416B63551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01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a curved object&#10;&#10;AI-generated content may be incorrect.">
            <a:extLst>
              <a:ext uri="{FF2B5EF4-FFF2-40B4-BE49-F238E27FC236}">
                <a16:creationId xmlns:a16="http://schemas.microsoft.com/office/drawing/2014/main" id="{160BF9D3-6C9A-2858-9A3C-E3E742F6AC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319" y="0"/>
            <a:ext cx="9717362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8825EA-BA96-FEDC-74D7-5E53812B8551}"/>
              </a:ext>
            </a:extLst>
          </p:cNvPr>
          <p:cNvSpPr txBox="1"/>
          <p:nvPr/>
        </p:nvSpPr>
        <p:spPr>
          <a:xfrm>
            <a:off x="3793617" y="3770001"/>
            <a:ext cx="46047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2/0 HR</a:t>
            </a:r>
          </a:p>
          <a:p>
            <a:pPr algn="ctr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20-28”D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5B19B0-06CD-D1E7-F78F-3BCF187A34CA}"/>
              </a:ext>
            </a:extLst>
          </p:cNvPr>
          <p:cNvCxnSpPr>
            <a:cxnSpLocks/>
          </p:cNvCxnSpPr>
          <p:nvPr/>
        </p:nvCxnSpPr>
        <p:spPr>
          <a:xfrm flipH="1">
            <a:off x="2029968" y="4764024"/>
            <a:ext cx="30540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698F02F-D110-9EB1-DC4A-C3987B0ACEC4}"/>
              </a:ext>
            </a:extLst>
          </p:cNvPr>
          <p:cNvCxnSpPr>
            <a:cxnSpLocks/>
          </p:cNvCxnSpPr>
          <p:nvPr/>
        </p:nvCxnSpPr>
        <p:spPr>
          <a:xfrm>
            <a:off x="7150608" y="4764024"/>
            <a:ext cx="30358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501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Jackson Carter</dc:creator>
  <cp:lastModifiedBy>Jackson Carter</cp:lastModifiedBy>
  <cp:revision>1</cp:revision>
  <dcterms:created xsi:type="dcterms:W3CDTF">2026-02-26T17:45:17Z</dcterms:created>
  <dcterms:modified xsi:type="dcterms:W3CDTF">2026-02-26T17:53:59Z</dcterms:modified>
</cp:coreProperties>
</file>